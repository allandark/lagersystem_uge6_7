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5" r:id="rId8"/>
    <p:sldId id="264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96011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16380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92724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94905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6842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5112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1019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0754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06179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k 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4468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34369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10555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neko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031146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rt med citat og nav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949978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ndt eller fals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a-DK"/>
              <a:t>Klik for at redigere teksttypografierne i masteren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4519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7749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4259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34AFEB-DA5F-4046-9E4D-A0FBEAC3B098}" type="datetimeFigureOut">
              <a:rPr lang="da-DK" smtClean="0"/>
              <a:t>06-11-2025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C537BCE-94B3-4B93-9CE0-26E3173DE10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668869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B09C4D-8DE7-D703-AD6B-E6C3657BF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4676" y="1479558"/>
            <a:ext cx="4339988" cy="2577893"/>
          </a:xfrm>
        </p:spPr>
        <p:txBody>
          <a:bodyPr>
            <a:normAutofit/>
          </a:bodyPr>
          <a:lstStyle/>
          <a:p>
            <a:r>
              <a:rPr lang="da-DK" sz="5400">
                <a:solidFill>
                  <a:schemeClr val="bg1"/>
                </a:solidFill>
              </a:rPr>
              <a:t>Lagersystem pipeline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866D9D01-1D00-951F-F88A-504D6A640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3765" y="4149526"/>
            <a:ext cx="3624471" cy="899551"/>
          </a:xfrm>
        </p:spPr>
        <p:txBody>
          <a:bodyPr>
            <a:normAutofit/>
          </a:bodyPr>
          <a:lstStyle/>
          <a:p>
            <a:r>
              <a:rPr lang="da-DK" sz="2000">
                <a:solidFill>
                  <a:schemeClr val="bg1"/>
                </a:solidFill>
              </a:rPr>
              <a:t>Viktor From</a:t>
            </a:r>
          </a:p>
        </p:txBody>
      </p:sp>
    </p:spTree>
    <p:extLst>
      <p:ext uri="{BB962C8B-B14F-4D97-AF65-F5344CB8AC3E}">
        <p14:creationId xmlns:p14="http://schemas.microsoft.com/office/powerpoint/2010/main" val="690295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89E589-0663-424E-43EA-51C6DC301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Agenda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FFAC5B6-4ED2-217B-86DB-442B08749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a-DK"/>
              <a:t>Opgaven.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Docker container.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Github Actions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Live demo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Resultater</a:t>
            </a:r>
          </a:p>
          <a:p>
            <a:pPr marL="514350" indent="-514350">
              <a:buFont typeface="+mj-lt"/>
              <a:buAutoNum type="arabicPeriod"/>
            </a:pPr>
            <a:r>
              <a:rPr lang="da-DK"/>
              <a:t>Konklusion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764490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DEFD2-0877-5210-F21B-3D012A1E7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Opgaven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76BD829-2AFF-5374-32C6-2BD4E017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/>
              <a:t>Opsætning af CI/CD pipeline.</a:t>
            </a:r>
          </a:p>
          <a:p>
            <a:pPr lvl="1"/>
            <a:r>
              <a:rPr lang="da-DK"/>
              <a:t>Hvad er CI/CD?</a:t>
            </a:r>
          </a:p>
          <a:p>
            <a:r>
              <a:rPr lang="da-DK"/>
              <a:t>Opsætning af Docker container.</a:t>
            </a:r>
          </a:p>
          <a:p>
            <a:pPr lvl="1"/>
            <a:r>
              <a:rPr lang="da-DK"/>
              <a:t>Hvad er en container?</a:t>
            </a:r>
          </a:p>
          <a:p>
            <a:r>
              <a:rPr lang="da-DK"/>
              <a:t>Opsætning af Github Actions</a:t>
            </a:r>
          </a:p>
          <a:p>
            <a:pPr lvl="1"/>
            <a:r>
              <a:rPr lang="da-DK"/>
              <a:t>Hvad er en Action?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05424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17C9A9-6993-A4BD-9643-F9E21BACB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Docker container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8A992DA-2161-72DC-2183-FB4B07BB4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76800" cy="4351338"/>
          </a:xfrm>
        </p:spPr>
        <p:txBody>
          <a:bodyPr/>
          <a:lstStyle/>
          <a:p>
            <a:r>
              <a:rPr lang="da-DK"/>
              <a:t>Container:</a:t>
            </a:r>
          </a:p>
          <a:p>
            <a:pPr lvl="1"/>
            <a:r>
              <a:rPr lang="da-DK"/>
              <a:t>Isoleret system.</a:t>
            </a:r>
          </a:p>
          <a:p>
            <a:pPr lvl="1"/>
            <a:r>
              <a:rPr lang="da-DK"/>
              <a:t>Indeholder alle nødvendige filer for at koden kan eksekveres.</a:t>
            </a:r>
          </a:p>
          <a:p>
            <a:pPr lvl="1"/>
            <a:r>
              <a:rPr lang="da-DK"/>
              <a:t>Dockerfile.</a:t>
            </a:r>
          </a:p>
          <a:p>
            <a:pPr lvl="2"/>
            <a:r>
              <a:rPr lang="da-DK"/>
              <a:t>Definerer sprogversion.</a:t>
            </a:r>
          </a:p>
          <a:p>
            <a:pPr lvl="2"/>
            <a:r>
              <a:rPr lang="da-DK"/>
              <a:t>Installerer filer.</a:t>
            </a:r>
          </a:p>
          <a:p>
            <a:pPr lvl="2"/>
            <a:r>
              <a:rPr lang="da-DK"/>
              <a:t>Opsætter brugere, hvis nødvendigt.</a:t>
            </a:r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20411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B165C6-4D8A-3299-A0A1-A234AE889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Docker container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824E545B-DA35-7614-B8FF-C2360A1C4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806BADC-BFCD-85FE-A564-86727DBCF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95" y="2635248"/>
            <a:ext cx="4071257" cy="686525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3653040D-1746-EEEE-9B2E-4ED24A5EA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3536227"/>
            <a:ext cx="3156857" cy="211326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182296A6-1ED9-DA9D-7371-D6576B9F7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331" y="2575376"/>
            <a:ext cx="6493898" cy="3413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215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E36E8-AF91-720B-48AF-D6BC2DB43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7805A8E-AEF8-0212-04FD-D298FDE0D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a-DK" dirty="0"/>
              <a:t>Hvad er en Action?</a:t>
            </a:r>
          </a:p>
          <a:p>
            <a:pPr lvl="1"/>
            <a:r>
              <a:rPr lang="da-DK" dirty="0"/>
              <a:t>Kode, der eksekveres ved en bestemt handling.</a:t>
            </a:r>
          </a:p>
          <a:p>
            <a:pPr lvl="2"/>
            <a:r>
              <a:rPr lang="da-DK" dirty="0"/>
              <a:t>Push</a:t>
            </a:r>
          </a:p>
          <a:p>
            <a:pPr lvl="2"/>
            <a:r>
              <a:rPr lang="da-DK" dirty="0" err="1"/>
              <a:t>Pull</a:t>
            </a:r>
            <a:r>
              <a:rPr lang="da-DK" dirty="0"/>
              <a:t> </a:t>
            </a:r>
            <a:r>
              <a:rPr lang="da-DK" dirty="0" err="1"/>
              <a:t>requests</a:t>
            </a:r>
            <a:endParaRPr lang="da-DK" dirty="0"/>
          </a:p>
          <a:p>
            <a:pPr lvl="2"/>
            <a:r>
              <a:rPr lang="da-DK" dirty="0" err="1"/>
              <a:t>Merge</a:t>
            </a:r>
            <a:r>
              <a:rPr lang="da-DK" dirty="0"/>
              <a:t>.</a:t>
            </a:r>
          </a:p>
          <a:p>
            <a:pPr lvl="1"/>
            <a:r>
              <a:rPr lang="da-DK" dirty="0"/>
              <a:t>Opsætning af Action.</a:t>
            </a:r>
          </a:p>
          <a:p>
            <a:pPr lvl="2"/>
            <a:r>
              <a:rPr lang="da-DK" dirty="0"/>
              <a:t>Definér hvornår Action skal køre.</a:t>
            </a:r>
          </a:p>
          <a:p>
            <a:pPr lvl="2"/>
            <a:r>
              <a:rPr lang="da-DK" dirty="0"/>
              <a:t>Definér sprogversion</a:t>
            </a:r>
          </a:p>
          <a:p>
            <a:pPr lvl="2"/>
            <a:r>
              <a:rPr lang="da-DK" dirty="0"/>
              <a:t>Installer alt nødvendigt</a:t>
            </a:r>
          </a:p>
          <a:p>
            <a:pPr lvl="2"/>
            <a:r>
              <a:rPr lang="da-DK" dirty="0"/>
              <a:t>Kør </a:t>
            </a:r>
            <a:r>
              <a:rPr lang="da-DK" dirty="0" err="1"/>
              <a:t>PyTest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40632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7FB06-EEBA-A16A-3C04-162E0CA7E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Github</a:t>
            </a:r>
            <a:r>
              <a:rPr lang="da-DK" dirty="0"/>
              <a:t> Actions</a:t>
            </a: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E627B29B-3D24-978F-EFDB-06E28406AF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5147" y="1843913"/>
            <a:ext cx="3250553" cy="435133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F4A62D84-9364-EDF4-DC2D-6BDBAF39C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898" y="2424541"/>
            <a:ext cx="5531845" cy="2582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133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18C47F-212C-353F-3F24-499A7939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Live demo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BAA2D07-99BB-72D3-56A0-12876A9E2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57526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595434-9E0D-30BB-1A4F-B4566F43D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Resultater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5F739D8-93D9-FA9F-C1C6-5A793DE88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Container opsat.</a:t>
            </a:r>
          </a:p>
          <a:p>
            <a:r>
              <a:rPr lang="da-DK" dirty="0"/>
              <a:t>Actions opstillet</a:t>
            </a:r>
          </a:p>
          <a:p>
            <a:r>
              <a:rPr lang="da-DK" dirty="0"/>
              <a:t>Actions fejler.</a:t>
            </a:r>
          </a:p>
          <a:p>
            <a:pPr lvl="1"/>
            <a:r>
              <a:rPr lang="da-DK" dirty="0"/>
              <a:t>Kan ikke finde ‘</a:t>
            </a:r>
            <a:r>
              <a:rPr lang="da-DK" dirty="0" err="1"/>
              <a:t>src</a:t>
            </a:r>
            <a:r>
              <a:rPr lang="da-DK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4532314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F4A07-C121-196A-1876-7D3E9A934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Konklusion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FB26CAF-2F4C-0E66-51D4-F660B504D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Fik en container opstillet.</a:t>
            </a:r>
          </a:p>
          <a:p>
            <a:r>
              <a:rPr lang="da-DK" dirty="0"/>
              <a:t>Lærte meget om containere og actions.</a:t>
            </a:r>
          </a:p>
          <a:p>
            <a:r>
              <a:rPr lang="da-DK" dirty="0"/>
              <a:t>Fik desværre ikke actions til at virke.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37766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882117-6AA3-FDE2-C206-00860E504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Tak for denne gang!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8EE6E54-AC00-A12F-5E77-C8D79A30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Hvorfor griner I?</a:t>
            </a:r>
          </a:p>
          <a:p>
            <a:pPr marL="0" indent="0">
              <a:buNone/>
            </a:pPr>
            <a:r>
              <a:rPr lang="da-DK" dirty="0"/>
              <a:t>Havde I forventet en joke?</a:t>
            </a:r>
          </a:p>
        </p:txBody>
      </p:sp>
    </p:spTree>
    <p:extLst>
      <p:ext uri="{BB962C8B-B14F-4D97-AF65-F5344CB8AC3E}">
        <p14:creationId xmlns:p14="http://schemas.microsoft.com/office/powerpoint/2010/main" val="6853537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rådnet">
  <a:themeElements>
    <a:clrScheme name="Trådnet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Trådnet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rådnet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TM03457485[[fn=Trådnet]]</Template>
  <TotalTime>0</TotalTime>
  <Words>175</Words>
  <Application>Microsoft Office PowerPoint</Application>
  <PresentationFormat>Widescreen</PresentationFormat>
  <Paragraphs>50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2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Trådnet</vt:lpstr>
      <vt:lpstr>Lagersystem pipeline</vt:lpstr>
      <vt:lpstr>Agenda</vt:lpstr>
      <vt:lpstr>Opgaven</vt:lpstr>
      <vt:lpstr>Docker container</vt:lpstr>
      <vt:lpstr>Docker container</vt:lpstr>
      <vt:lpstr>Github Actions</vt:lpstr>
      <vt:lpstr>Github Actions</vt:lpstr>
      <vt:lpstr>Live demo</vt:lpstr>
      <vt:lpstr>Resultater</vt:lpstr>
      <vt:lpstr>Konklusion</vt:lpstr>
      <vt:lpstr>Tak for denne gang!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Viktor Hugo Hersom From</dc:creator>
  <cp:lastModifiedBy>Viktor Hugo Hersom From</cp:lastModifiedBy>
  <cp:revision>6</cp:revision>
  <dcterms:created xsi:type="dcterms:W3CDTF">2025-11-06T10:56:53Z</dcterms:created>
  <dcterms:modified xsi:type="dcterms:W3CDTF">2025-11-06T13:22:44Z</dcterms:modified>
</cp:coreProperties>
</file>