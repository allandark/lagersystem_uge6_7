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80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85AA27-92CC-A1F9-878F-490018B6AA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8BC241B8-014A-62E5-4E21-AA4269B04A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F70209B-B9D6-1E3D-88C4-64FD79CFC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9272702-7C66-9992-B798-2BF1DB455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67C740F9-2717-8C51-68FD-EF7607EE0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085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4175A9-DEDC-2897-47D3-EE8073607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EEC009F-3D50-9FFF-E03B-34F692745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AA6B3FE5-D106-1F61-9C8A-09C9D0C10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5088C28-F285-410F-E5F0-7B2136483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FFF3D2E-8295-4F64-7C45-4C0B9E6F3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10246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22A08A-C7AB-6BF3-3DD7-97181E21F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8673B49-2E35-1A6D-EF5B-C072FA594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27B452F-C300-36A0-C65C-A728B05E2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5A6793AB-3CDD-19B5-C450-2E5E79ED3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6DA0627D-D563-C19F-D717-6D61379CC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40566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B5FB24-EC53-AAB9-C787-90EFB1EB7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56236F0-3941-DDF7-4462-ED0F87EE5E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C828DDF4-D8FE-9621-531C-DB8D64E3B9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D7506EA3-EDA8-E9EB-E3BD-384077147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F585F9EB-B525-48DD-FCC0-4A8CFF358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B6CD0E17-0BA7-4D6D-06EC-61DE5C8EC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55717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8E0D4B-6428-4991-F8B2-9132BD8B7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E5458085-E1FC-D10E-B724-F9929F5953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E79AA730-F29C-D266-B869-49338F8A26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7A0C7E80-7EAB-23B6-34DE-548236E53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1E442268-39CE-5CB4-33F7-296DAF3FEB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170496AE-27F4-C6B1-66F9-158DF4EAD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642D22DD-40EC-ABE6-DD8F-2A9EE8DC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98AC6B85-B933-1B42-A1D9-EC3737325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53934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40475F-A24C-21CF-B863-95E192ABC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7D52888E-A564-9C9C-CA17-1286D46BB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8881E61B-CA2C-1E91-3CF9-8497C9606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E4C3740F-F7B5-EAD4-5E89-06C5C953D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70678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C900BF7D-2370-40B8-BB4F-E718994C7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0E7C22AE-D130-2B99-6647-039A7A076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D1238133-A038-FB39-CE19-F90773BC4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79981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D7656F-DC88-90B5-2C48-7E3779033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B3E905A-FA8F-0766-C74A-BBCA1C27E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138CC971-FFAD-2DBC-165E-59D31F00D6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1577B536-168F-A914-8A6C-5E496F04C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8A9045F1-3938-C4C5-ABA4-7121038F9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5848AF10-A9CE-5C23-98B4-A59B1B50B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21858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BDDF03-253C-3E06-B43D-8BF06E221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03D9AE2-2FC6-15F7-2343-D3B656A9F7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D9EBD668-415D-D780-E5A0-796A45511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ED4A23BA-B835-2326-78B3-102B1CC06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06C6F38C-218B-758A-CC7B-CB18D1EEC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1FBA7CB3-7059-31DE-7A19-B1B93ECF2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65486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84C5C8-92E4-A51A-C0AD-833792FA3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B072FEFC-326B-B968-2910-4B4DEB9025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832E66B-4963-D351-C8E9-65525737C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6BD5F6EB-532F-AC9C-914B-B06B14194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5AC6009-6D1C-93DE-5390-92DF2F2E0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89639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175ACAA5-91AA-2FB8-CA1E-A8D23CF379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E472819C-60F6-A48D-439B-1FA90731AB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2BBA819-97D9-2AAD-28EA-66A0703A6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EC2B2AD-AB78-E39B-8EAB-41F029920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E8552384-75DA-AF8A-7A76-345213D15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59112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C10F5924-2C97-DE5E-2C46-73459E1E5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F791D94-DEDA-07CF-9265-215597B447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18E2DCC-E2D2-8701-313D-C251125FCE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F08612F5-A0AB-9F82-2A95-A05BADB4B2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8451127C-F60D-8F36-DCA4-F9AA49A9D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05179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B09C4D-8DE7-D703-AD6B-E6C3657BFA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Lagersystem pipeline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866D9D01-1D00-951F-F88A-504D6A6407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Viktor From</a:t>
            </a:r>
          </a:p>
        </p:txBody>
      </p:sp>
    </p:spTree>
    <p:extLst>
      <p:ext uri="{BB962C8B-B14F-4D97-AF65-F5344CB8AC3E}">
        <p14:creationId xmlns:p14="http://schemas.microsoft.com/office/powerpoint/2010/main" val="690295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89E589-0663-424E-43EA-51C6DC301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Agenda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FFAC5B6-4ED2-217B-86DB-442B087497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a-DK" dirty="0"/>
              <a:t>Opgaven.</a:t>
            </a:r>
          </a:p>
          <a:p>
            <a:pPr marL="514350" indent="-514350">
              <a:buFont typeface="+mj-lt"/>
              <a:buAutoNum type="arabicPeriod"/>
            </a:pPr>
            <a:r>
              <a:rPr lang="da-DK" dirty="0"/>
              <a:t>Docker container.</a:t>
            </a:r>
          </a:p>
          <a:p>
            <a:pPr marL="514350" indent="-514350">
              <a:buFont typeface="+mj-lt"/>
              <a:buAutoNum type="arabicPeriod"/>
            </a:pPr>
            <a:r>
              <a:rPr lang="da-DK" dirty="0" err="1"/>
              <a:t>Github</a:t>
            </a:r>
            <a:r>
              <a:rPr lang="da-DK" dirty="0"/>
              <a:t> Actions</a:t>
            </a:r>
          </a:p>
          <a:p>
            <a:pPr marL="514350" indent="-514350">
              <a:buFont typeface="+mj-lt"/>
              <a:buAutoNum type="arabicPeriod"/>
            </a:pPr>
            <a:r>
              <a:rPr lang="da-DK" dirty="0"/>
              <a:t>Live demo</a:t>
            </a:r>
          </a:p>
          <a:p>
            <a:pPr marL="514350" indent="-514350">
              <a:buFont typeface="+mj-lt"/>
              <a:buAutoNum type="arabicPeriod"/>
            </a:pPr>
            <a:r>
              <a:rPr lang="da-DK" dirty="0"/>
              <a:t>Resultater</a:t>
            </a:r>
          </a:p>
          <a:p>
            <a:pPr marL="514350" indent="-514350">
              <a:buFont typeface="+mj-lt"/>
              <a:buAutoNum type="arabicPeriod"/>
            </a:pPr>
            <a:r>
              <a:rPr lang="da-DK" dirty="0"/>
              <a:t>Konklusion</a:t>
            </a:r>
          </a:p>
        </p:txBody>
      </p:sp>
    </p:spTree>
    <p:extLst>
      <p:ext uri="{BB962C8B-B14F-4D97-AF65-F5344CB8AC3E}">
        <p14:creationId xmlns:p14="http://schemas.microsoft.com/office/powerpoint/2010/main" val="8764490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DEFD2-0877-5210-F21B-3D012A1E7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Opgaven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76BD829-2AFF-5374-32C6-2BD4E017B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Opsætning af CI/CD pipeline.</a:t>
            </a:r>
          </a:p>
          <a:p>
            <a:pPr lvl="1"/>
            <a:r>
              <a:rPr lang="da-DK" dirty="0"/>
              <a:t>Hvad er CI/CD?</a:t>
            </a:r>
          </a:p>
          <a:p>
            <a:r>
              <a:rPr lang="da-DK" dirty="0"/>
              <a:t>Opsætning af Docker container.</a:t>
            </a:r>
          </a:p>
          <a:p>
            <a:pPr lvl="1"/>
            <a:r>
              <a:rPr lang="da-DK" dirty="0"/>
              <a:t>Hvad er en container?</a:t>
            </a:r>
          </a:p>
          <a:p>
            <a:r>
              <a:rPr lang="da-DK" dirty="0"/>
              <a:t>Opsætning af </a:t>
            </a:r>
            <a:r>
              <a:rPr lang="da-DK" dirty="0" err="1"/>
              <a:t>Github</a:t>
            </a:r>
            <a:r>
              <a:rPr lang="da-DK" dirty="0"/>
              <a:t> Actions</a:t>
            </a:r>
          </a:p>
          <a:p>
            <a:pPr lvl="1"/>
            <a:r>
              <a:rPr lang="da-DK" dirty="0"/>
              <a:t>Hvad er en Action?</a:t>
            </a:r>
          </a:p>
        </p:txBody>
      </p:sp>
    </p:spTree>
    <p:extLst>
      <p:ext uri="{BB962C8B-B14F-4D97-AF65-F5344CB8AC3E}">
        <p14:creationId xmlns:p14="http://schemas.microsoft.com/office/powerpoint/2010/main" val="420542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17C9A9-6993-A4BD-9643-F9E21BACB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Docker container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8A992DA-2161-72DC-2183-FB4B07BB4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76800" cy="4351338"/>
          </a:xfrm>
        </p:spPr>
        <p:txBody>
          <a:bodyPr/>
          <a:lstStyle/>
          <a:p>
            <a:r>
              <a:rPr lang="da-DK" dirty="0"/>
              <a:t>Container:</a:t>
            </a:r>
          </a:p>
          <a:p>
            <a:pPr lvl="1"/>
            <a:r>
              <a:rPr lang="da-DK" dirty="0"/>
              <a:t>Isoleret system.</a:t>
            </a:r>
          </a:p>
          <a:p>
            <a:pPr lvl="1"/>
            <a:r>
              <a:rPr lang="da-DK" dirty="0"/>
              <a:t>Indeholder alle nødvendige filer for at koden kan eksekveres.</a:t>
            </a:r>
          </a:p>
          <a:p>
            <a:pPr lvl="1"/>
            <a:r>
              <a:rPr lang="da-DK" dirty="0"/>
              <a:t>Dockerfile.</a:t>
            </a:r>
          </a:p>
          <a:p>
            <a:pPr lvl="2"/>
            <a:r>
              <a:rPr lang="da-DK" dirty="0"/>
              <a:t>Definerer sprogversion.</a:t>
            </a:r>
          </a:p>
          <a:p>
            <a:pPr lvl="2"/>
            <a:r>
              <a:rPr lang="da-DK" dirty="0"/>
              <a:t>Installerer filer.</a:t>
            </a:r>
          </a:p>
          <a:p>
            <a:pPr lvl="2"/>
            <a:r>
              <a:rPr lang="da-DK" dirty="0"/>
              <a:t>Opsætter brugere, hvis nødvendigt.</a:t>
            </a:r>
          </a:p>
          <a:p>
            <a:pPr lvl="2"/>
            <a:endParaRPr lang="da-DK" dirty="0"/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2016DF0F-A133-98BA-7D3C-560BD4CB6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36694"/>
            <a:ext cx="4071257" cy="686525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91D9A511-DE9B-7C28-9EAD-38D56EAFDB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3228" y="1690688"/>
            <a:ext cx="3156857" cy="211326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4BAF7430-65F7-A6D8-F30D-514F83BA7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1274" y="3079027"/>
            <a:ext cx="6493898" cy="3413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9E36E8-AF91-720B-48AF-D6BC2DB43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Github</a:t>
            </a:r>
            <a:r>
              <a:rPr lang="da-DK" dirty="0"/>
              <a:t> Actions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47805A8E-AEF8-0212-04FD-D298FDE0D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Hvad er en Action?</a:t>
            </a:r>
          </a:p>
          <a:p>
            <a:pPr lvl="1"/>
            <a:r>
              <a:rPr lang="da-DK" dirty="0"/>
              <a:t>Kode, der eksekveres ved en bestemt handling.</a:t>
            </a:r>
          </a:p>
          <a:p>
            <a:pPr lvl="2"/>
            <a:r>
              <a:rPr lang="da-DK" dirty="0"/>
              <a:t>Push</a:t>
            </a:r>
          </a:p>
          <a:p>
            <a:pPr lvl="2"/>
            <a:r>
              <a:rPr lang="da-DK" dirty="0" err="1"/>
              <a:t>Pull</a:t>
            </a:r>
            <a:r>
              <a:rPr lang="da-DK" dirty="0"/>
              <a:t> </a:t>
            </a:r>
            <a:r>
              <a:rPr lang="da-DK" dirty="0" err="1"/>
              <a:t>requests</a:t>
            </a:r>
            <a:endParaRPr lang="da-DK" dirty="0"/>
          </a:p>
          <a:p>
            <a:pPr lvl="2"/>
            <a:r>
              <a:rPr lang="da-DK" dirty="0" err="1"/>
              <a:t>Merge</a:t>
            </a:r>
            <a:r>
              <a:rPr lang="da-DK" dirty="0"/>
              <a:t>.</a:t>
            </a:r>
          </a:p>
          <a:p>
            <a:pPr lvl="1"/>
            <a:r>
              <a:rPr lang="da-DK" dirty="0"/>
              <a:t>Opsætning af Action.</a:t>
            </a:r>
          </a:p>
          <a:p>
            <a:pPr lvl="2"/>
            <a:r>
              <a:rPr lang="da-DK" dirty="0"/>
              <a:t>Definér hvornår Action skal køre.</a:t>
            </a:r>
          </a:p>
          <a:p>
            <a:pPr lvl="2"/>
            <a:r>
              <a:rPr lang="da-DK" dirty="0"/>
              <a:t>Definér sprogversion</a:t>
            </a:r>
          </a:p>
          <a:p>
            <a:pPr lvl="2"/>
            <a:endParaRPr lang="da-DK" dirty="0"/>
          </a:p>
          <a:p>
            <a:pPr lvl="2"/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40632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18C47F-212C-353F-3F24-499A79399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Live demo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BAA2D07-99BB-72D3-56A0-12876A9E2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57526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595434-9E0D-30BB-1A4F-B4566F43D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Resultater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5F739D8-93D9-FA9F-C1C6-5A793DE88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532314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F4A07-C121-196A-1876-7D3E9A934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Konklusion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FB26CAF-2F4C-0E66-51D4-F660B504D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37766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882117-6AA3-FDE2-C206-00860E504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Tak for denne gang!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8EE6E54-AC00-A12F-5E77-C8D79A30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853537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</Words>
  <Application>Microsoft Office PowerPoint</Application>
  <PresentationFormat>Widescreen</PresentationFormat>
  <Paragraphs>37</Paragraphs>
  <Slides>9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Office-tema</vt:lpstr>
      <vt:lpstr>Lagersystem pipeline</vt:lpstr>
      <vt:lpstr>Agenda</vt:lpstr>
      <vt:lpstr>Opgaven</vt:lpstr>
      <vt:lpstr>Docker container</vt:lpstr>
      <vt:lpstr>Github Actions</vt:lpstr>
      <vt:lpstr>Live demo</vt:lpstr>
      <vt:lpstr>Resultater</vt:lpstr>
      <vt:lpstr>Konklusion</vt:lpstr>
      <vt:lpstr>Tak for denne gang!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Viktor Hugo Hersom From</dc:creator>
  <cp:lastModifiedBy>Viktor Hugo Hersom From</cp:lastModifiedBy>
  <cp:revision>4</cp:revision>
  <dcterms:created xsi:type="dcterms:W3CDTF">2025-11-06T10:56:53Z</dcterms:created>
  <dcterms:modified xsi:type="dcterms:W3CDTF">2025-11-06T12:06:28Z</dcterms:modified>
</cp:coreProperties>
</file>