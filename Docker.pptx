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5" r:id="rId8"/>
    <p:sldId id="264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960110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63804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27249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949057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168426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1123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101953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07541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06179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k 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4468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3436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105553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031146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94997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45192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774986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42599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34AFEB-DA5F-4046-9E4D-A0FBEAC3B098}" type="datetimeFigureOut">
              <a:rPr lang="da-DK" smtClean="0"/>
              <a:t>07-11-2025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66886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7">
            <a:extLst>
              <a:ext uri="{FF2B5EF4-FFF2-40B4-BE49-F238E27FC236}">
                <a16:creationId xmlns:a16="http://schemas.microsoft.com/office/drawing/2014/main" id="{69BA26BC-113C-4698-8859-A985C8324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A68B73B6-D77B-4B55-8538-206CEFD2A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96889" y="1846512"/>
            <a:ext cx="8998224" cy="3164976"/>
          </a:xfrm>
          <a:prstGeom prst="roundRect">
            <a:avLst>
              <a:gd name="adj" fmla="val 4629"/>
            </a:avLst>
          </a:prstGeom>
          <a:solidFill>
            <a:schemeClr val="bg2"/>
          </a:solidFill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innerShdw blurRad="63500" dist="50800" dir="14460000">
              <a:prstClr val="black">
                <a:alpha val="7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5B09C4D-8DE7-D703-AD6B-E6C3657BF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2007703"/>
            <a:ext cx="8676222" cy="1802297"/>
          </a:xfrm>
        </p:spPr>
        <p:txBody>
          <a:bodyPr>
            <a:normAutofit/>
          </a:bodyPr>
          <a:lstStyle/>
          <a:p>
            <a:r>
              <a:rPr lang="da-DK"/>
              <a:t>Lagersystem pipeline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866D9D01-1D00-951F-F88A-504D6A640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795587"/>
          </a:xfrm>
        </p:spPr>
        <p:txBody>
          <a:bodyPr>
            <a:normAutofit/>
          </a:bodyPr>
          <a:lstStyle/>
          <a:p>
            <a:r>
              <a:rPr lang="da-DK"/>
              <a:t>Viktor From</a:t>
            </a:r>
          </a:p>
        </p:txBody>
      </p:sp>
    </p:spTree>
    <p:extLst>
      <p:ext uri="{BB962C8B-B14F-4D97-AF65-F5344CB8AC3E}">
        <p14:creationId xmlns:p14="http://schemas.microsoft.com/office/powerpoint/2010/main" val="6902951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89E589-0663-424E-43EA-51C6DC301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Agenda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FFAC5B6-4ED2-217B-86DB-442B08749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a-DK"/>
              <a:t>Opgaven.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Docker container.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Github Actions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Live demo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Resultater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Konklusion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764490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DEFD2-0877-5210-F21B-3D012A1E7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Opgaven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76BD829-2AFF-5374-32C6-2BD4E017B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a-DK" dirty="0"/>
              <a:t>Opsætning af container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a-DK" dirty="0"/>
              <a:t>Docker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dirty="0"/>
              <a:t>Opsætning af </a:t>
            </a:r>
            <a:r>
              <a:rPr lang="da-DK" dirty="0" err="1"/>
              <a:t>Github</a:t>
            </a:r>
            <a:r>
              <a:rPr lang="da-DK" dirty="0"/>
              <a:t> Actions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dirty="0"/>
              <a:t>Opsætning af CI/CD pipeline.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a-DK" dirty="0" err="1"/>
              <a:t>Github</a:t>
            </a:r>
            <a:r>
              <a:rPr lang="da-DK" dirty="0"/>
              <a:t> Actions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a-DK" dirty="0"/>
              <a:t>Jenkins</a:t>
            </a:r>
          </a:p>
        </p:txBody>
      </p:sp>
    </p:spTree>
    <p:extLst>
      <p:ext uri="{BB962C8B-B14F-4D97-AF65-F5344CB8AC3E}">
        <p14:creationId xmlns:p14="http://schemas.microsoft.com/office/powerpoint/2010/main" val="4205424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7C9A9-6993-A4BD-9643-F9E21BACB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Docker container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8A992DA-2161-72DC-2183-FB4B07BB4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76800" cy="4351338"/>
          </a:xfrm>
        </p:spPr>
        <p:txBody>
          <a:bodyPr/>
          <a:lstStyle/>
          <a:p>
            <a:r>
              <a:rPr lang="da-DK" dirty="0"/>
              <a:t>Container:</a:t>
            </a:r>
          </a:p>
          <a:p>
            <a:pPr lvl="1"/>
            <a:r>
              <a:rPr lang="da-DK" dirty="0"/>
              <a:t>Isoleret system.</a:t>
            </a:r>
          </a:p>
          <a:p>
            <a:pPr lvl="1"/>
            <a:r>
              <a:rPr lang="da-DK" dirty="0"/>
              <a:t>Indeholder alle nødvendige filer for at koden kan eksekveres.</a:t>
            </a:r>
          </a:p>
          <a:p>
            <a:pPr lvl="1"/>
            <a:r>
              <a:rPr lang="da-DK" dirty="0"/>
              <a:t>Uafhængigt af hardware</a:t>
            </a:r>
          </a:p>
          <a:p>
            <a:pPr lvl="1"/>
            <a:r>
              <a:rPr lang="da-DK" dirty="0"/>
              <a:t>Dockerfile.</a:t>
            </a:r>
          </a:p>
          <a:p>
            <a:pPr lvl="2"/>
            <a:r>
              <a:rPr lang="da-DK" dirty="0"/>
              <a:t>Definerer sprogversion.</a:t>
            </a:r>
          </a:p>
          <a:p>
            <a:pPr lvl="2"/>
            <a:r>
              <a:rPr lang="da-DK" dirty="0"/>
              <a:t>Installerer </a:t>
            </a:r>
            <a:r>
              <a:rPr lang="da-DK" dirty="0" err="1"/>
              <a:t>Dependencies</a:t>
            </a:r>
            <a:r>
              <a:rPr lang="da-DK" dirty="0"/>
              <a:t>.</a:t>
            </a:r>
          </a:p>
          <a:p>
            <a:pPr lvl="2"/>
            <a:r>
              <a:rPr lang="da-DK" dirty="0"/>
              <a:t>Opsætter brugere, hvis nødvendigt.</a:t>
            </a:r>
          </a:p>
          <a:p>
            <a:pPr lvl="2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204117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B165C6-4D8A-3299-A0A1-A234AE889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Docker container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24E545B-DA35-7614-B8FF-C2360A1C4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806BADC-BFCD-85FE-A564-86727DBCF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95" y="2635248"/>
            <a:ext cx="4071257" cy="686525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3653040D-1746-EEEE-9B2E-4ED24A5EA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3536227"/>
            <a:ext cx="3156857" cy="211326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182296A6-1ED9-DA9D-7371-D6576B9F7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331" y="2575376"/>
            <a:ext cx="6493898" cy="3413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2153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E36E8-AF91-720B-48AF-D6BC2DB43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Github</a:t>
            </a:r>
            <a:r>
              <a:rPr lang="da-DK" dirty="0"/>
              <a:t> Actions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7805A8E-AEF8-0212-04FD-D298FDE0D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a-DK" dirty="0"/>
              <a:t>Hvad er en Action?</a:t>
            </a:r>
          </a:p>
          <a:p>
            <a:pPr lvl="1"/>
            <a:r>
              <a:rPr lang="da-DK" dirty="0"/>
              <a:t>Kode, der eksekveres ved et bestemt event på GitHub.</a:t>
            </a:r>
          </a:p>
          <a:p>
            <a:pPr lvl="2"/>
            <a:r>
              <a:rPr lang="da-DK" dirty="0"/>
              <a:t>Push</a:t>
            </a:r>
          </a:p>
          <a:p>
            <a:pPr lvl="2"/>
            <a:r>
              <a:rPr lang="da-DK" dirty="0" err="1"/>
              <a:t>Pull</a:t>
            </a:r>
            <a:r>
              <a:rPr lang="da-DK" dirty="0"/>
              <a:t> </a:t>
            </a:r>
            <a:r>
              <a:rPr lang="da-DK" dirty="0" err="1"/>
              <a:t>requests</a:t>
            </a:r>
            <a:endParaRPr lang="da-DK" dirty="0"/>
          </a:p>
          <a:p>
            <a:pPr lvl="2"/>
            <a:r>
              <a:rPr lang="da-DK" dirty="0" err="1"/>
              <a:t>Merge</a:t>
            </a:r>
            <a:r>
              <a:rPr lang="da-DK" dirty="0"/>
              <a:t>.</a:t>
            </a:r>
          </a:p>
          <a:p>
            <a:pPr lvl="1"/>
            <a:r>
              <a:rPr lang="da-DK" dirty="0"/>
              <a:t>Hvorfor?</a:t>
            </a:r>
          </a:p>
          <a:p>
            <a:pPr lvl="2"/>
            <a:r>
              <a:rPr lang="da-DK" dirty="0"/>
              <a:t>Køre </a:t>
            </a:r>
            <a:r>
              <a:rPr lang="da-DK"/>
              <a:t>tests på ny kode.</a:t>
            </a:r>
            <a:endParaRPr lang="da-DK" dirty="0"/>
          </a:p>
          <a:p>
            <a:pPr lvl="2"/>
            <a:r>
              <a:rPr lang="da-DK" dirty="0"/>
              <a:t>Sikre at koden virker.</a:t>
            </a:r>
          </a:p>
          <a:p>
            <a:pPr lvl="1"/>
            <a:r>
              <a:rPr lang="da-DK" dirty="0"/>
              <a:t>Opsætning af Action.</a:t>
            </a:r>
          </a:p>
          <a:p>
            <a:pPr lvl="2"/>
            <a:r>
              <a:rPr lang="da-DK" dirty="0"/>
              <a:t>Definér hvornår Action skal køre.</a:t>
            </a:r>
          </a:p>
          <a:p>
            <a:pPr lvl="2"/>
            <a:r>
              <a:rPr lang="da-DK" dirty="0"/>
              <a:t>Definér sprogversion</a:t>
            </a:r>
          </a:p>
          <a:p>
            <a:pPr lvl="2"/>
            <a:r>
              <a:rPr lang="da-DK" dirty="0"/>
              <a:t>Installer alt nødvendigt</a:t>
            </a:r>
          </a:p>
          <a:p>
            <a:pPr lvl="2"/>
            <a:r>
              <a:rPr lang="da-DK" dirty="0"/>
              <a:t>Kør </a:t>
            </a:r>
            <a:r>
              <a:rPr lang="da-DK" dirty="0" err="1"/>
              <a:t>PyTest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406329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7FB06-EEBA-A16A-3C04-162E0CA7E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Github</a:t>
            </a:r>
            <a:r>
              <a:rPr lang="da-DK" dirty="0"/>
              <a:t> Actions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E627B29B-3D24-978F-EFDB-06E28406AF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5147" y="1843913"/>
            <a:ext cx="3250553" cy="435133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F4A62D84-9364-EDF4-DC2D-6BDBAF39C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882" y="2387965"/>
            <a:ext cx="5531845" cy="258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1332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8C47F-212C-353F-3F24-499A7939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Live demo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BAA2D07-99BB-72D3-56A0-12876A9E2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575260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595434-9E0D-30BB-1A4F-B4566F43D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Resultater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5F739D8-93D9-FA9F-C1C6-5A793DE88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Container opsat.</a:t>
            </a:r>
          </a:p>
          <a:p>
            <a:r>
              <a:rPr lang="da-DK" dirty="0"/>
              <a:t>Actions opstillet</a:t>
            </a:r>
          </a:p>
          <a:p>
            <a:r>
              <a:rPr lang="da-DK" dirty="0"/>
              <a:t>Actions fejler.</a:t>
            </a:r>
          </a:p>
          <a:p>
            <a:pPr lvl="1"/>
            <a:r>
              <a:rPr lang="da-DK" dirty="0"/>
              <a:t>Kan ikke finde ‘</a:t>
            </a:r>
            <a:r>
              <a:rPr lang="da-DK" dirty="0" err="1"/>
              <a:t>src</a:t>
            </a:r>
            <a:r>
              <a:rPr lang="da-DK" dirty="0"/>
              <a:t>’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42A25A4D-C6EC-E4A8-7F39-46C2B45B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698" y="1562100"/>
            <a:ext cx="6899383" cy="442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2314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F4A07-C121-196A-1876-7D3E9A934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Konklusion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FB26CAF-2F4C-0E66-51D4-F660B504D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Fik en container opstillet.</a:t>
            </a:r>
          </a:p>
          <a:p>
            <a:r>
              <a:rPr lang="da-DK" dirty="0"/>
              <a:t>Lærte meget om containere og actions.</a:t>
            </a:r>
          </a:p>
          <a:p>
            <a:r>
              <a:rPr lang="da-DK" dirty="0"/>
              <a:t>Fik desværre ikke actions til at virke.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377667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882117-6AA3-FDE2-C206-00860E504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Tak for denne gang!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8EE6E54-AC00-A12F-5E77-C8D79A30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Hvorfor griner I?</a:t>
            </a:r>
          </a:p>
          <a:p>
            <a:pPr marL="0" indent="0">
              <a:buNone/>
            </a:pPr>
            <a:r>
              <a:rPr lang="da-DK" dirty="0"/>
              <a:t>Havde I forventet en joke?</a:t>
            </a:r>
          </a:p>
          <a:p>
            <a:pPr marL="0" indent="0">
              <a:buNone/>
            </a:pPr>
            <a:r>
              <a:rPr lang="da-DK" dirty="0"/>
              <a:t>Okay, okay, her kommer den…</a:t>
            </a:r>
          </a:p>
        </p:txBody>
      </p:sp>
      <p:pic>
        <p:nvPicPr>
          <p:cNvPr id="1026" name="Picture 2" descr="Funny Programmer T Shirt Code Works Why Meme - Programmer - T-Shirt ...">
            <a:extLst>
              <a:ext uri="{FF2B5EF4-FFF2-40B4-BE49-F238E27FC236}">
                <a16:creationId xmlns:a16="http://schemas.microsoft.com/office/drawing/2014/main" id="{92703FDA-8C0A-C828-0B94-AF7E2A3855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775" y="2038350"/>
            <a:ext cx="4419600" cy="44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53537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rådnet">
  <a:themeElements>
    <a:clrScheme name="Trådnet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Trådnet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rådnet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TM03457485[[fn=Trådnet]]</Template>
  <TotalTime>0</TotalTime>
  <Words>187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Trådnet</vt:lpstr>
      <vt:lpstr>Lagersystem pipeline</vt:lpstr>
      <vt:lpstr>Agenda</vt:lpstr>
      <vt:lpstr>Opgaven</vt:lpstr>
      <vt:lpstr>Docker container</vt:lpstr>
      <vt:lpstr>Docker container</vt:lpstr>
      <vt:lpstr>Github Actions</vt:lpstr>
      <vt:lpstr>Github Actions</vt:lpstr>
      <vt:lpstr>Live demo</vt:lpstr>
      <vt:lpstr>Resultater</vt:lpstr>
      <vt:lpstr>Konklusion</vt:lpstr>
      <vt:lpstr>Tak for denne gang!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Viktor Hugo Hersom From</dc:creator>
  <cp:lastModifiedBy>Viktor Hugo Hersom From</cp:lastModifiedBy>
  <cp:revision>13</cp:revision>
  <dcterms:created xsi:type="dcterms:W3CDTF">2025-11-06T10:56:53Z</dcterms:created>
  <dcterms:modified xsi:type="dcterms:W3CDTF">2025-11-07T09:26:04Z</dcterms:modified>
</cp:coreProperties>
</file>