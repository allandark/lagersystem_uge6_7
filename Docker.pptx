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5" r:id="rId8"/>
    <p:sldId id="264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FEB-DA5F-4046-9E4D-A0FBEAC3B098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37BCE-94B3-4B93-9CE0-26E3173DE1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96011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FEB-DA5F-4046-9E4D-A0FBEAC3B098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37BCE-94B3-4B93-9CE0-26E3173DE1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16380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FEB-DA5F-4046-9E4D-A0FBEAC3B098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37BCE-94B3-4B93-9CE0-26E3173DE1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92724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FEB-DA5F-4046-9E4D-A0FBEAC3B098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37BCE-94B3-4B93-9CE0-26E3173DE1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9490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FEB-DA5F-4046-9E4D-A0FBEAC3B098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37BCE-94B3-4B93-9CE0-26E3173DE1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16842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FEB-DA5F-4046-9E4D-A0FBEAC3B098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37BCE-94B3-4B93-9CE0-26E3173DE1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5112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FEB-DA5F-4046-9E4D-A0FBEAC3B098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37BCE-94B3-4B93-9CE0-26E3173DE1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10195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FEB-DA5F-4046-9E4D-A0FBEAC3B098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37BCE-94B3-4B93-9CE0-26E3173DE1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10754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E234AFEB-DA5F-4046-9E4D-A0FBEAC3B098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2C537BCE-94B3-4B93-9CE0-26E3173DE1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0617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FEB-DA5F-4046-9E4D-A0FBEAC3B098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37BCE-94B3-4B93-9CE0-26E3173DE1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84468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FEB-DA5F-4046-9E4D-A0FBEAC3B098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37BCE-94B3-4B93-9CE0-26E3173DE1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3436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FEB-DA5F-4046-9E4D-A0FBEAC3B098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37BCE-94B3-4B93-9CE0-26E3173DE1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0555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FEB-DA5F-4046-9E4D-A0FBEAC3B098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37BCE-94B3-4B93-9CE0-26E3173DE1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03114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 med citat og nav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FEB-DA5F-4046-9E4D-A0FBEAC3B098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37BCE-94B3-4B93-9CE0-26E3173DE1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94997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t eller fa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FEB-DA5F-4046-9E4D-A0FBEAC3B098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37BCE-94B3-4B93-9CE0-26E3173DE1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64519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FEB-DA5F-4046-9E4D-A0FBEAC3B098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37BCE-94B3-4B93-9CE0-26E3173DE1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7749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AFEB-DA5F-4046-9E4D-A0FBEAC3B098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37BCE-94B3-4B93-9CE0-26E3173DE1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4259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234AFEB-DA5F-4046-9E4D-A0FBEAC3B098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C537BCE-94B3-4B93-9CE0-26E3173DE1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668869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69BA26BC-113C-4698-8859-A985C8324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A68B73B6-D77B-4B55-8538-206CEFD2A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96889" y="1846512"/>
            <a:ext cx="8998224" cy="3164976"/>
          </a:xfrm>
          <a:prstGeom prst="roundRect">
            <a:avLst>
              <a:gd name="adj" fmla="val 4629"/>
            </a:avLst>
          </a:prstGeom>
          <a:solidFill>
            <a:schemeClr val="bg2"/>
          </a:solidFill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5B09C4D-8DE7-D703-AD6B-E6C3657BF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2007703"/>
            <a:ext cx="8676222" cy="1802297"/>
          </a:xfrm>
        </p:spPr>
        <p:txBody>
          <a:bodyPr>
            <a:normAutofit/>
          </a:bodyPr>
          <a:lstStyle/>
          <a:p>
            <a:r>
              <a:rPr lang="da-DK"/>
              <a:t>Lagersystem pipeline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866D9D01-1D00-951F-F88A-504D6A640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795587"/>
          </a:xfrm>
        </p:spPr>
        <p:txBody>
          <a:bodyPr>
            <a:normAutofit/>
          </a:bodyPr>
          <a:lstStyle/>
          <a:p>
            <a:r>
              <a:rPr lang="da-DK"/>
              <a:t>Viktor From</a:t>
            </a:r>
          </a:p>
        </p:txBody>
      </p:sp>
    </p:spTree>
    <p:extLst>
      <p:ext uri="{BB962C8B-B14F-4D97-AF65-F5344CB8AC3E}">
        <p14:creationId xmlns:p14="http://schemas.microsoft.com/office/powerpoint/2010/main" val="69029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89E589-0663-424E-43EA-51C6DC30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Agenda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FFAC5B6-4ED2-217B-86DB-442B08749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/>
              <a:t>Opgaven.</a:t>
            </a:r>
          </a:p>
          <a:p>
            <a:pPr marL="514350" indent="-514350">
              <a:buFont typeface="+mj-lt"/>
              <a:buAutoNum type="arabicPeriod"/>
            </a:pPr>
            <a:r>
              <a:rPr lang="da-DK"/>
              <a:t>Docker container.</a:t>
            </a:r>
          </a:p>
          <a:p>
            <a:pPr marL="514350" indent="-514350">
              <a:buFont typeface="+mj-lt"/>
              <a:buAutoNum type="arabicPeriod"/>
            </a:pPr>
            <a:r>
              <a:rPr lang="da-DK"/>
              <a:t>Github Actions</a:t>
            </a:r>
          </a:p>
          <a:p>
            <a:pPr marL="514350" indent="-514350">
              <a:buFont typeface="+mj-lt"/>
              <a:buAutoNum type="arabicPeriod"/>
            </a:pPr>
            <a:r>
              <a:rPr lang="da-DK"/>
              <a:t>Live demo</a:t>
            </a:r>
          </a:p>
          <a:p>
            <a:pPr marL="514350" indent="-514350">
              <a:buFont typeface="+mj-lt"/>
              <a:buAutoNum type="arabicPeriod"/>
            </a:pPr>
            <a:r>
              <a:rPr lang="da-DK"/>
              <a:t>Resultater</a:t>
            </a:r>
          </a:p>
          <a:p>
            <a:pPr marL="514350" indent="-514350">
              <a:buFont typeface="+mj-lt"/>
              <a:buAutoNum type="arabicPeriod"/>
            </a:pPr>
            <a:r>
              <a:rPr lang="da-DK"/>
              <a:t>Konklusion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76449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BDEFD2-0877-5210-F21B-3D012A1E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Opgaven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76BD829-2AFF-5374-32C6-2BD4E017B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Opsætning af CI/CD pipeline.</a:t>
            </a:r>
          </a:p>
          <a:p>
            <a:pPr lvl="1"/>
            <a:r>
              <a:rPr lang="da-DK"/>
              <a:t>Hvad er CI/CD?</a:t>
            </a:r>
          </a:p>
          <a:p>
            <a:r>
              <a:rPr lang="da-DK"/>
              <a:t>Opsætning af Docker container.</a:t>
            </a:r>
          </a:p>
          <a:p>
            <a:pPr lvl="1"/>
            <a:r>
              <a:rPr lang="da-DK"/>
              <a:t>Hvad er en container?</a:t>
            </a:r>
          </a:p>
          <a:p>
            <a:r>
              <a:rPr lang="da-DK"/>
              <a:t>Opsætning af Github Actions</a:t>
            </a:r>
          </a:p>
          <a:p>
            <a:pPr lvl="1"/>
            <a:r>
              <a:rPr lang="da-DK"/>
              <a:t>Hvad er en Action?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0542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17C9A9-6993-A4BD-9643-F9E21BAC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Docker container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8A992DA-2161-72DC-2183-FB4B07BB4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76800" cy="4351338"/>
          </a:xfrm>
        </p:spPr>
        <p:txBody>
          <a:bodyPr/>
          <a:lstStyle/>
          <a:p>
            <a:r>
              <a:rPr lang="da-DK"/>
              <a:t>Container:</a:t>
            </a:r>
          </a:p>
          <a:p>
            <a:pPr lvl="1"/>
            <a:r>
              <a:rPr lang="da-DK"/>
              <a:t>Isoleret system.</a:t>
            </a:r>
          </a:p>
          <a:p>
            <a:pPr lvl="1"/>
            <a:r>
              <a:rPr lang="da-DK"/>
              <a:t>Indeholder alle nødvendige filer for at koden kan eksekveres.</a:t>
            </a:r>
          </a:p>
          <a:p>
            <a:pPr lvl="1"/>
            <a:r>
              <a:rPr lang="da-DK"/>
              <a:t>Dockerfile.</a:t>
            </a:r>
          </a:p>
          <a:p>
            <a:pPr lvl="2"/>
            <a:r>
              <a:rPr lang="da-DK"/>
              <a:t>Definerer sprogversion.</a:t>
            </a:r>
          </a:p>
          <a:p>
            <a:pPr lvl="2"/>
            <a:r>
              <a:rPr lang="da-DK"/>
              <a:t>Installerer filer.</a:t>
            </a:r>
          </a:p>
          <a:p>
            <a:pPr lvl="2"/>
            <a:r>
              <a:rPr lang="da-DK"/>
              <a:t>Opsætter brugere, hvis nødvendigt.</a:t>
            </a:r>
          </a:p>
          <a:p>
            <a:pPr lvl="2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20411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B165C6-4D8A-3299-A0A1-A234AE889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Docker container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24E545B-DA35-7614-B8FF-C2360A1C4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8806BADC-BFCD-85FE-A564-86727DBCF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95" y="2635248"/>
            <a:ext cx="4071257" cy="686525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3653040D-1746-EEEE-9B2E-4ED24A5EA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3" y="3536227"/>
            <a:ext cx="3156857" cy="2113268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182296A6-1ED9-DA9D-7371-D6576B9F7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331" y="2575376"/>
            <a:ext cx="6493898" cy="341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1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E36E8-AF91-720B-48AF-D6BC2DB43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Github</a:t>
            </a:r>
            <a:r>
              <a:rPr lang="da-DK" dirty="0"/>
              <a:t> Actions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7805A8E-AEF8-0212-04FD-D298FDE0D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a-DK" dirty="0"/>
              <a:t>Hvad er en Action?</a:t>
            </a:r>
          </a:p>
          <a:p>
            <a:pPr lvl="1"/>
            <a:r>
              <a:rPr lang="da-DK" dirty="0"/>
              <a:t>Kode, der eksekveres ved en bestemt handling.</a:t>
            </a:r>
          </a:p>
          <a:p>
            <a:pPr lvl="2"/>
            <a:r>
              <a:rPr lang="da-DK" dirty="0"/>
              <a:t>Push</a:t>
            </a:r>
          </a:p>
          <a:p>
            <a:pPr lvl="2"/>
            <a:r>
              <a:rPr lang="da-DK" dirty="0" err="1"/>
              <a:t>Pull</a:t>
            </a:r>
            <a:r>
              <a:rPr lang="da-DK" dirty="0"/>
              <a:t> </a:t>
            </a:r>
            <a:r>
              <a:rPr lang="da-DK" dirty="0" err="1"/>
              <a:t>requests</a:t>
            </a:r>
            <a:endParaRPr lang="da-DK" dirty="0"/>
          </a:p>
          <a:p>
            <a:pPr lvl="2"/>
            <a:r>
              <a:rPr lang="da-DK" dirty="0" err="1"/>
              <a:t>Merge</a:t>
            </a:r>
            <a:r>
              <a:rPr lang="da-DK" dirty="0"/>
              <a:t>.</a:t>
            </a:r>
          </a:p>
          <a:p>
            <a:pPr lvl="1"/>
            <a:r>
              <a:rPr lang="da-DK" dirty="0"/>
              <a:t>Opsætning af Action.</a:t>
            </a:r>
          </a:p>
          <a:p>
            <a:pPr lvl="2"/>
            <a:r>
              <a:rPr lang="da-DK" dirty="0"/>
              <a:t>Definér hvornår Action skal køre.</a:t>
            </a:r>
          </a:p>
          <a:p>
            <a:pPr lvl="2"/>
            <a:r>
              <a:rPr lang="da-DK" dirty="0"/>
              <a:t>Definér sprogversion</a:t>
            </a:r>
          </a:p>
          <a:p>
            <a:pPr lvl="2"/>
            <a:r>
              <a:rPr lang="da-DK" dirty="0"/>
              <a:t>Installer alt nødvendigt</a:t>
            </a:r>
          </a:p>
          <a:p>
            <a:pPr lvl="2"/>
            <a:r>
              <a:rPr lang="da-DK" dirty="0"/>
              <a:t>Kør </a:t>
            </a:r>
            <a:r>
              <a:rPr lang="da-DK" dirty="0" err="1"/>
              <a:t>PyTest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40632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C7FB06-EEBA-A16A-3C04-162E0CA7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Github</a:t>
            </a:r>
            <a:r>
              <a:rPr lang="da-DK" dirty="0"/>
              <a:t> Actions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E627B29B-3D24-978F-EFDB-06E28406AF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147" y="1843913"/>
            <a:ext cx="3250553" cy="4351338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F4A62D84-9364-EDF4-DC2D-6BDBAF39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898" y="2424541"/>
            <a:ext cx="5531845" cy="258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133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18C47F-212C-353F-3F24-499A79399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Live demo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BAA2D07-99BB-72D3-56A0-12876A9E2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57526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595434-9E0D-30BB-1A4F-B4566F43D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Resultater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5F739D8-93D9-FA9F-C1C6-5A793DE88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Container opsat.</a:t>
            </a:r>
          </a:p>
          <a:p>
            <a:r>
              <a:rPr lang="da-DK" dirty="0"/>
              <a:t>Actions opstillet</a:t>
            </a:r>
          </a:p>
          <a:p>
            <a:r>
              <a:rPr lang="da-DK" dirty="0"/>
              <a:t>Actions fejler.</a:t>
            </a:r>
          </a:p>
          <a:p>
            <a:pPr lvl="1"/>
            <a:r>
              <a:rPr lang="da-DK" dirty="0"/>
              <a:t>Kan ikke finde ‘</a:t>
            </a:r>
            <a:r>
              <a:rPr lang="da-DK" dirty="0" err="1"/>
              <a:t>src</a:t>
            </a:r>
            <a:r>
              <a:rPr lang="da-DK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453231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8F4A07-C121-196A-1876-7D3E9A934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Konklusion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FB26CAF-2F4C-0E66-51D4-F660B504D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Fik en container opstillet.</a:t>
            </a:r>
          </a:p>
          <a:p>
            <a:r>
              <a:rPr lang="da-DK" dirty="0"/>
              <a:t>Lærte meget om containere og actions.</a:t>
            </a:r>
          </a:p>
          <a:p>
            <a:r>
              <a:rPr lang="da-DK" dirty="0"/>
              <a:t>Fik desværre ikke actions til at virke.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37766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882117-6AA3-FDE2-C206-00860E504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Tak for denne gang!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8EE6E54-AC00-A12F-5E77-C8D79A308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Hvorfor griner I?</a:t>
            </a:r>
          </a:p>
          <a:p>
            <a:pPr marL="0" indent="0">
              <a:buNone/>
            </a:pPr>
            <a:r>
              <a:rPr lang="da-DK" dirty="0"/>
              <a:t>Havde I forventet en joke?</a:t>
            </a:r>
          </a:p>
        </p:txBody>
      </p:sp>
    </p:spTree>
    <p:extLst>
      <p:ext uri="{BB962C8B-B14F-4D97-AF65-F5344CB8AC3E}">
        <p14:creationId xmlns:p14="http://schemas.microsoft.com/office/powerpoint/2010/main" val="6853537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ådnet">
  <a:themeElements>
    <a:clrScheme name="Trådnet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Trådnet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rådnet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TM03457485[[fn=Trådnet]]</Template>
  <TotalTime>0</TotalTime>
  <Words>175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Trådnet</vt:lpstr>
      <vt:lpstr>Lagersystem pipeline</vt:lpstr>
      <vt:lpstr>Agenda</vt:lpstr>
      <vt:lpstr>Opgaven</vt:lpstr>
      <vt:lpstr>Docker container</vt:lpstr>
      <vt:lpstr>Docker container</vt:lpstr>
      <vt:lpstr>Github Actions</vt:lpstr>
      <vt:lpstr>Github Actions</vt:lpstr>
      <vt:lpstr>Live demo</vt:lpstr>
      <vt:lpstr>Resultater</vt:lpstr>
      <vt:lpstr>Konklusion</vt:lpstr>
      <vt:lpstr>Tak for denne gang!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Viktor Hugo Hersom From</dc:creator>
  <cp:lastModifiedBy>Viktor Hugo Hersom From</cp:lastModifiedBy>
  <cp:revision>7</cp:revision>
  <dcterms:created xsi:type="dcterms:W3CDTF">2025-11-06T10:56:53Z</dcterms:created>
  <dcterms:modified xsi:type="dcterms:W3CDTF">2025-11-07T08:13:30Z</dcterms:modified>
</cp:coreProperties>
</file>